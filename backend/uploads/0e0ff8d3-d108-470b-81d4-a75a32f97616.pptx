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Ship the new onboarding flow by September 15th, owned by the Growth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